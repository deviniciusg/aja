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9f395a99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9f395a99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f395a99b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9f395a99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395a99b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f395a99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f395a99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f395a99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395a99b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395a99b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228300"/>
            <a:ext cx="6866100" cy="15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4600"/>
              <a:buNone/>
              <a:defRPr sz="4600">
                <a:solidFill>
                  <a:srgbClr val="40628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5200"/>
              <a:buNone/>
              <a:defRPr sz="5200">
                <a:solidFill>
                  <a:srgbClr val="406284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147525"/>
            <a:ext cx="68661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100"/>
              <a:buNone/>
              <a:defRPr sz="2100">
                <a:solidFill>
                  <a:srgbClr val="40628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 sz="2800">
                <a:solidFill>
                  <a:srgbClr val="406284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90950" y="445025"/>
            <a:ext cx="62415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590950" y="1631325"/>
            <a:ext cx="6241500" cy="27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800"/>
              <a:buChar char="●"/>
              <a:defRPr>
                <a:solidFill>
                  <a:srgbClr val="406284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○"/>
              <a:defRPr>
                <a:solidFill>
                  <a:srgbClr val="406284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■"/>
              <a:defRPr>
                <a:solidFill>
                  <a:srgbClr val="406284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●"/>
              <a:defRPr>
                <a:solidFill>
                  <a:srgbClr val="406284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○"/>
              <a:defRPr>
                <a:solidFill>
                  <a:srgbClr val="406284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■"/>
              <a:defRPr>
                <a:solidFill>
                  <a:srgbClr val="406284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●"/>
              <a:defRPr>
                <a:solidFill>
                  <a:srgbClr val="406284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○"/>
              <a:defRPr>
                <a:solidFill>
                  <a:srgbClr val="406284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■"/>
              <a:defRPr>
                <a:solidFill>
                  <a:srgbClr val="406284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87900" y="445025"/>
            <a:ext cx="62415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2800"/>
              <a:buNone/>
              <a:defRPr>
                <a:solidFill>
                  <a:srgbClr val="406284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87900" y="1631325"/>
            <a:ext cx="6241500" cy="27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800"/>
              <a:buChar char="●"/>
              <a:defRPr>
                <a:solidFill>
                  <a:srgbClr val="406284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○"/>
              <a:defRPr>
                <a:solidFill>
                  <a:srgbClr val="406284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■"/>
              <a:defRPr>
                <a:solidFill>
                  <a:srgbClr val="406284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●"/>
              <a:defRPr>
                <a:solidFill>
                  <a:srgbClr val="406284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○"/>
              <a:defRPr>
                <a:solidFill>
                  <a:srgbClr val="406284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■"/>
              <a:defRPr>
                <a:solidFill>
                  <a:srgbClr val="406284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●"/>
              <a:defRPr>
                <a:solidFill>
                  <a:srgbClr val="406284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○"/>
              <a:defRPr>
                <a:solidFill>
                  <a:srgbClr val="406284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06284"/>
              </a:buClr>
              <a:buSzPts val="1400"/>
              <a:buChar char="■"/>
              <a:defRPr>
                <a:solidFill>
                  <a:srgbClr val="406284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996600" y="565050"/>
            <a:ext cx="4803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991600" y="139905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●"/>
              <a:defRPr sz="1200">
                <a:solidFill>
                  <a:srgbClr val="F7F4F0"/>
                </a:solidFill>
              </a:defRPr>
            </a:lvl1pPr>
            <a:lvl2pPr indent="-304800" lvl="1" marL="9144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○"/>
              <a:defRPr sz="1200">
                <a:solidFill>
                  <a:srgbClr val="F7F4F0"/>
                </a:solidFill>
              </a:defRPr>
            </a:lvl2pPr>
            <a:lvl3pPr indent="-304800" lvl="2" marL="13716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■"/>
              <a:defRPr sz="1200">
                <a:solidFill>
                  <a:srgbClr val="F7F4F0"/>
                </a:solidFill>
              </a:defRPr>
            </a:lvl3pPr>
            <a:lvl4pPr indent="-304800" lvl="3" marL="18288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●"/>
              <a:defRPr sz="1200">
                <a:solidFill>
                  <a:srgbClr val="F7F4F0"/>
                </a:solidFill>
              </a:defRPr>
            </a:lvl4pPr>
            <a:lvl5pPr indent="-304800" lvl="4" marL="22860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○"/>
              <a:defRPr sz="1200">
                <a:solidFill>
                  <a:srgbClr val="F7F4F0"/>
                </a:solidFill>
              </a:defRPr>
            </a:lvl5pPr>
            <a:lvl6pPr indent="-304800" lvl="5" marL="27432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■"/>
              <a:defRPr sz="1200">
                <a:solidFill>
                  <a:srgbClr val="F7F4F0"/>
                </a:solidFill>
              </a:defRPr>
            </a:lvl6pPr>
            <a:lvl7pPr indent="-304800" lvl="6" marL="32004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●"/>
              <a:defRPr sz="1200">
                <a:solidFill>
                  <a:srgbClr val="F7F4F0"/>
                </a:solidFill>
              </a:defRPr>
            </a:lvl7pPr>
            <a:lvl8pPr indent="-304800" lvl="7" marL="36576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○"/>
              <a:defRPr sz="1200">
                <a:solidFill>
                  <a:srgbClr val="F7F4F0"/>
                </a:solidFill>
              </a:defRPr>
            </a:lvl8pPr>
            <a:lvl9pPr indent="-304800" lvl="8" marL="4114800" algn="r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■"/>
              <a:defRPr sz="1200">
                <a:solidFill>
                  <a:srgbClr val="F7F4F0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406284"/>
                </a:solidFill>
              </a:defRPr>
            </a:lvl1pPr>
            <a:lvl2pPr lvl="1">
              <a:buNone/>
              <a:defRPr>
                <a:solidFill>
                  <a:srgbClr val="406284"/>
                </a:solidFill>
              </a:defRPr>
            </a:lvl2pPr>
            <a:lvl3pPr lvl="2">
              <a:buNone/>
              <a:defRPr>
                <a:solidFill>
                  <a:srgbClr val="406284"/>
                </a:solidFill>
              </a:defRPr>
            </a:lvl3pPr>
            <a:lvl4pPr lvl="3">
              <a:buNone/>
              <a:defRPr>
                <a:solidFill>
                  <a:srgbClr val="406284"/>
                </a:solidFill>
              </a:defRPr>
            </a:lvl4pPr>
            <a:lvl5pPr lvl="4">
              <a:buNone/>
              <a:defRPr>
                <a:solidFill>
                  <a:srgbClr val="406284"/>
                </a:solidFill>
              </a:defRPr>
            </a:lvl5pPr>
            <a:lvl6pPr lvl="5">
              <a:buNone/>
              <a:defRPr>
                <a:solidFill>
                  <a:srgbClr val="406284"/>
                </a:solidFill>
              </a:defRPr>
            </a:lvl6pPr>
            <a:lvl7pPr lvl="6">
              <a:buNone/>
              <a:defRPr>
                <a:solidFill>
                  <a:srgbClr val="406284"/>
                </a:solidFill>
              </a:defRPr>
            </a:lvl7pPr>
            <a:lvl8pPr lvl="7">
              <a:buNone/>
              <a:defRPr>
                <a:solidFill>
                  <a:srgbClr val="406284"/>
                </a:solidFill>
              </a:defRPr>
            </a:lvl8pPr>
            <a:lvl9pPr lvl="8">
              <a:buNone/>
              <a:defRPr>
                <a:solidFill>
                  <a:srgbClr val="40628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m uma coluna 1">
  <p:cSld name="ONE_COLUMN_TEX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55600"/>
            <a:ext cx="4803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2400"/>
              <a:buNone/>
              <a:defRPr sz="2400">
                <a:solidFill>
                  <a:srgbClr val="F7F4F0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●"/>
              <a:defRPr sz="1200">
                <a:solidFill>
                  <a:srgbClr val="F7F4F0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○"/>
              <a:defRPr sz="1200">
                <a:solidFill>
                  <a:srgbClr val="F7F4F0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■"/>
              <a:defRPr sz="1200">
                <a:solidFill>
                  <a:srgbClr val="F7F4F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●"/>
              <a:defRPr sz="1200">
                <a:solidFill>
                  <a:srgbClr val="F7F4F0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○"/>
              <a:defRPr sz="1200">
                <a:solidFill>
                  <a:srgbClr val="F7F4F0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■"/>
              <a:defRPr sz="1200">
                <a:solidFill>
                  <a:srgbClr val="F7F4F0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●"/>
              <a:defRPr sz="1200">
                <a:solidFill>
                  <a:srgbClr val="F7F4F0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○"/>
              <a:defRPr sz="1200">
                <a:solidFill>
                  <a:srgbClr val="F7F4F0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200"/>
              <a:buChar char="■"/>
              <a:defRPr sz="1200">
                <a:solidFill>
                  <a:srgbClr val="F7F4F0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406284"/>
                </a:solidFill>
              </a:defRPr>
            </a:lvl1pPr>
            <a:lvl2pPr lvl="1">
              <a:buNone/>
              <a:defRPr>
                <a:solidFill>
                  <a:srgbClr val="406284"/>
                </a:solidFill>
              </a:defRPr>
            </a:lvl2pPr>
            <a:lvl3pPr lvl="2">
              <a:buNone/>
              <a:defRPr>
                <a:solidFill>
                  <a:srgbClr val="406284"/>
                </a:solidFill>
              </a:defRPr>
            </a:lvl3pPr>
            <a:lvl4pPr lvl="3">
              <a:buNone/>
              <a:defRPr>
                <a:solidFill>
                  <a:srgbClr val="406284"/>
                </a:solidFill>
              </a:defRPr>
            </a:lvl4pPr>
            <a:lvl5pPr lvl="4">
              <a:buNone/>
              <a:defRPr>
                <a:solidFill>
                  <a:srgbClr val="406284"/>
                </a:solidFill>
              </a:defRPr>
            </a:lvl5pPr>
            <a:lvl6pPr lvl="5">
              <a:buNone/>
              <a:defRPr>
                <a:solidFill>
                  <a:srgbClr val="406284"/>
                </a:solidFill>
              </a:defRPr>
            </a:lvl6pPr>
            <a:lvl7pPr lvl="6">
              <a:buNone/>
              <a:defRPr>
                <a:solidFill>
                  <a:srgbClr val="406284"/>
                </a:solidFill>
              </a:defRPr>
            </a:lvl7pPr>
            <a:lvl8pPr lvl="7">
              <a:buNone/>
              <a:defRPr>
                <a:solidFill>
                  <a:srgbClr val="406284"/>
                </a:solidFill>
              </a:defRPr>
            </a:lvl8pPr>
            <a:lvl9pPr lvl="8">
              <a:buNone/>
              <a:defRPr>
                <a:solidFill>
                  <a:srgbClr val="406284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572600" y="257045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F0"/>
              </a:buClr>
              <a:buSzPts val="1800"/>
              <a:buNone/>
              <a:defRPr>
                <a:solidFill>
                  <a:srgbClr val="F7F4F0"/>
                </a:solidFill>
              </a:defRPr>
            </a:lvl1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ctrTitle"/>
          </p:nvPr>
        </p:nvSpPr>
        <p:spPr>
          <a:xfrm>
            <a:off x="311700" y="1228300"/>
            <a:ext cx="6866100" cy="156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311700" y="3147525"/>
            <a:ext cx="68661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2590950" y="445025"/>
            <a:ext cx="62415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2590950" y="1631325"/>
            <a:ext cx="6241500" cy="27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287900" y="445025"/>
            <a:ext cx="62415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287900" y="1631325"/>
            <a:ext cx="6241500" cy="27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oks piled on floor next to library bookshelves (Fornecido por Getty Images)"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3381" y="0"/>
            <a:ext cx="50406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1" title="APRESENTAÇOES_AJA9ALIANÇA JURIDICA PELA AMAZÔNIA)-07.png"/>
          <p:cNvPicPr preferRelativeResize="0"/>
          <p:nvPr/>
        </p:nvPicPr>
        <p:blipFill rotWithShape="1">
          <a:blip r:embed="rId4">
            <a:alphaModFix/>
          </a:blip>
          <a:srcRect b="0" l="0" r="26030" t="0"/>
          <a:stretch/>
        </p:blipFill>
        <p:spPr>
          <a:xfrm>
            <a:off x="0" y="0"/>
            <a:ext cx="67638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555600"/>
            <a:ext cx="4803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oks piled on floor next to library bookshelves (Fornecido por Getty Images)" id="62" name="Google Shape;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0"/>
            <a:ext cx="50406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2" title="APRESENTAÇOES_AJA9ALIANÇA JURIDICA PELA AMAZÔNIA)-06.png"/>
          <p:cNvPicPr preferRelativeResize="0"/>
          <p:nvPr/>
        </p:nvPicPr>
        <p:blipFill rotWithShape="1">
          <a:blip r:embed="rId4">
            <a:alphaModFix/>
          </a:blip>
          <a:srcRect b="0" l="26062" r="0" t="0"/>
          <a:stretch/>
        </p:blipFill>
        <p:spPr>
          <a:xfrm>
            <a:off x="2383351" y="0"/>
            <a:ext cx="67606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>
            <p:ph type="title"/>
          </p:nvPr>
        </p:nvSpPr>
        <p:spPr>
          <a:xfrm>
            <a:off x="3996600" y="565050"/>
            <a:ext cx="4803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5991600" y="139905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1572600" y="257045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